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311" r:id="rId9"/>
    <p:sldId id="312" r:id="rId10"/>
    <p:sldId id="313" r:id="rId11"/>
    <p:sldId id="298" r:id="rId12"/>
    <p:sldId id="299" r:id="rId13"/>
    <p:sldId id="301" r:id="rId14"/>
    <p:sldId id="302" r:id="rId15"/>
    <p:sldId id="303" r:id="rId16"/>
    <p:sldId id="306" r:id="rId17"/>
    <p:sldId id="304" r:id="rId18"/>
    <p:sldId id="315" r:id="rId19"/>
    <p:sldId id="305" r:id="rId20"/>
    <p:sldId id="307" r:id="rId21"/>
    <p:sldId id="314" r:id="rId22"/>
    <p:sldId id="317" r:id="rId23"/>
    <p:sldId id="308" r:id="rId24"/>
    <p:sldId id="30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704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D158B3-CBD8-B5E4-6B76-365327AB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10A094C-68D7-7C06-1676-FE4856468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9E3ED5FD-8C53-1F8E-D724-51F89F8FB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107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508F664-A613-C49E-6808-FC67C002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7AA89D1-36B1-C3BD-0BE6-28C6BBF7E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C720C9B-1798-C39A-D4BB-62F3C60E8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632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1412E85-19BE-A4D2-3A42-8118C838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19DA990-6141-A1FE-8846-7567C5399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8ED0245-E9EA-4854-4BC6-4C85ED385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94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99EC48D-986D-5759-BB30-643EB8E6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18B9E3A1-6FB8-9155-61D2-ACE1911D3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A030ED18-5AAE-8953-2668-AE98C5E83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87273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tinsaini8755/IBM_SkillsBuild_Edunet_Foundation_AICTE-2026_Projec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600" b="1" dirty="0"/>
              <a:t>IBM Bob Gujarat State level Hackathon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433" y="3648075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13021211"/>
              </p:ext>
            </p:extLst>
          </p:nvPr>
        </p:nvGraphicFramePr>
        <p:xfrm>
          <a:off x="1206162" y="1848802"/>
          <a:ext cx="10033924" cy="4193590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205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9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95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833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02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    </a:t>
                      </a:r>
                      <a:r>
                        <a:rPr lang="en-IN" sz="2800" dirty="0"/>
                        <a:t> </a:t>
                      </a:r>
                      <a:r>
                        <a:rPr lang="en-IN" sz="2000" dirty="0"/>
                        <a:t>Nitin Saini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workbench@gmail.com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      </a:t>
                      </a:r>
                      <a:r>
                        <a:rPr lang="en-IN" sz="2000" dirty="0"/>
                        <a:t>8755762799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102321" y="1209469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000" dirty="0"/>
              <a:t>Education / Artificial Intelligence / Career Development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027206" y="316133"/>
            <a:ext cx="100624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000" dirty="0"/>
              <a:t>Interview Trainer Agent – AI-Powered Personalized Interview Preparation</a:t>
            </a:r>
            <a:endParaRPr lang="en-IN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B8F14-4054-B9AB-AEE5-266BF1E8D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420" y="3835669"/>
            <a:ext cx="198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Interview Trainer Agent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 : </a:t>
            </a:r>
            <a:r>
              <a:rPr lang="en-IN" dirty="0"/>
              <a:t>Job candidates often struggle to prepare effectively for interviews because interview questions, company expectations, technical requirements, and </a:t>
            </a:r>
            <a:r>
              <a:rPr lang="en-IN" dirty="0" err="1"/>
              <a:t>behavioral</a:t>
            </a:r>
            <a:r>
              <a:rPr lang="en-IN" dirty="0"/>
              <a:t> scenarios are scattered across multiple sources.</a:t>
            </a:r>
          </a:p>
          <a:p>
            <a:r>
              <a:rPr lang="en-IN" dirty="0"/>
              <a:t>Generic interview-preparation platforms provide the same questions to everyone and often fail to consider a candidate's </a:t>
            </a:r>
            <a:r>
              <a:rPr lang="en-IN" b="1" dirty="0"/>
              <a:t>resume, experience level, target job role, and specific skills</a:t>
            </a:r>
            <a:r>
              <a:rPr lang="en-IN" dirty="0"/>
              <a:t>.</a:t>
            </a:r>
          </a:p>
          <a:p>
            <a:r>
              <a:rPr lang="en-IN" dirty="0"/>
              <a:t>Candidates therefore need an intelligent system that can understand their profile, retrieve relevant interview knowledge, generate personalized questions, evaluate their responses, and provide actionable improvement suggestions.</a:t>
            </a:r>
          </a:p>
          <a:p>
            <a:endParaRPr lang="en-IN" b="1" dirty="0"/>
          </a:p>
          <a:p>
            <a:r>
              <a:rPr lang="en-IN" b="1" dirty="0"/>
              <a:t>Objective : </a:t>
            </a:r>
            <a:r>
              <a:rPr lang="en-IN" dirty="0"/>
              <a:t>1. Profile-Based Personalization</a:t>
            </a:r>
          </a:p>
          <a:p>
            <a:r>
              <a:rPr lang="en-IN" dirty="0"/>
              <a:t>2. RAG-Based Knowledge Retrieval</a:t>
            </a:r>
          </a:p>
          <a:p>
            <a:r>
              <a:rPr lang="en-IN" dirty="0"/>
              <a:t>3. Personalized Question Generation</a:t>
            </a:r>
          </a:p>
          <a:p>
            <a:r>
              <a:rPr lang="en-IN" dirty="0"/>
              <a:t>4. Answer Evaluation</a:t>
            </a:r>
          </a:p>
          <a:p>
            <a:r>
              <a:rPr lang="en-IN" dirty="0"/>
              <a:t>5. Model Answers</a:t>
            </a:r>
          </a:p>
          <a:p>
            <a:r>
              <a:rPr lang="en-IN" dirty="0"/>
              <a:t>6. Interview Strategy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Key Problems</a:t>
            </a:r>
          </a:p>
          <a:p>
            <a:pPr lvl="0"/>
            <a:r>
              <a:rPr lang="en-IN" dirty="0"/>
              <a:t>Generic interview questions </a:t>
            </a:r>
          </a:p>
          <a:p>
            <a:pPr lvl="0"/>
            <a:r>
              <a:rPr lang="en-IN" dirty="0"/>
              <a:t>Lack of personalized preparation </a:t>
            </a:r>
          </a:p>
          <a:p>
            <a:pPr lvl="0"/>
            <a:r>
              <a:rPr lang="en-IN" dirty="0"/>
              <a:t>Difficulty identifying role-specific expectations </a:t>
            </a:r>
          </a:p>
          <a:p>
            <a:pPr lvl="0"/>
            <a:r>
              <a:rPr lang="en-IN" dirty="0"/>
              <a:t>Scattered interview resources </a:t>
            </a:r>
          </a:p>
          <a:p>
            <a:pPr lvl="0"/>
            <a:r>
              <a:rPr lang="en-IN" dirty="0"/>
              <a:t>Limited technical + HR preparation in one platform </a:t>
            </a:r>
          </a:p>
          <a:p>
            <a:pPr lvl="0"/>
            <a:r>
              <a:rPr lang="en-IN" dirty="0"/>
              <a:t>Lack of personalized feedback </a:t>
            </a:r>
          </a:p>
          <a:p>
            <a:pPr lvl="0"/>
            <a:r>
              <a:rPr lang="en-IN" dirty="0"/>
              <a:t>Difficulty improving weak answers </a:t>
            </a:r>
          </a:p>
          <a:p>
            <a:pPr lvl="0"/>
            <a:r>
              <a:rPr lang="en-IN" dirty="0"/>
              <a:t>Low confidence before interviews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IN" b="1" dirty="0"/>
              <a:t>Interview Trainer Agent</a:t>
            </a:r>
            <a:r>
              <a:rPr lang="en-IN" dirty="0"/>
              <a:t> is an AI-powered interview preparation platform that combines </a:t>
            </a:r>
            <a:r>
              <a:rPr lang="en-IN" b="1" dirty="0"/>
              <a:t>RAG + Agentic AI + IBM Granite</a:t>
            </a:r>
            <a:r>
              <a:rPr lang="en-IN" dirty="0"/>
              <a:t> to provide personalized interview preparation.</a:t>
            </a:r>
          </a:p>
          <a:p>
            <a:r>
              <a:rPr lang="en-IN" dirty="0"/>
              <a:t>The user can upload their </a:t>
            </a:r>
            <a:r>
              <a:rPr lang="en-IN" b="1" dirty="0"/>
              <a:t>resume</a:t>
            </a:r>
            <a:r>
              <a:rPr lang="en-IN" dirty="0"/>
              <a:t> or enter a </a:t>
            </a:r>
            <a:r>
              <a:rPr lang="en-IN" b="1" dirty="0"/>
              <a:t>job role</a:t>
            </a:r>
            <a:r>
              <a:rPr lang="en-IN" dirty="0"/>
              <a:t>, after which the system </a:t>
            </a:r>
            <a:r>
              <a:rPr lang="en-IN" dirty="0" err="1"/>
              <a:t>analyzes</a:t>
            </a:r>
            <a:r>
              <a:rPr lang="en-IN" dirty="0"/>
              <a:t> the candidate profile and retrieves relevant interview knowledge.</a:t>
            </a:r>
          </a:p>
          <a:p>
            <a:endParaRPr lang="en-IN" dirty="0"/>
          </a:p>
          <a:p>
            <a:r>
              <a:rPr lang="en-IN" dirty="0"/>
              <a:t>The system then generates a customized interview session containing technical, </a:t>
            </a:r>
            <a:r>
              <a:rPr lang="en-IN" dirty="0" err="1"/>
              <a:t>behavioral</a:t>
            </a:r>
            <a:r>
              <a:rPr lang="en-IN" dirty="0"/>
              <a:t>, situational, and HR questions.</a:t>
            </a:r>
          </a:p>
          <a:p>
            <a:r>
              <a:rPr lang="en-IN" dirty="0"/>
              <a:t>After the candidate answers, the AI evaluates the response and provides a score, feedback, model answer, and improvement tips.</a:t>
            </a:r>
          </a:p>
          <a:p>
            <a:r>
              <a:rPr lang="en-IN" b="1" dirty="0"/>
              <a:t>Suggested workflow</a:t>
            </a:r>
          </a:p>
          <a:p>
            <a:r>
              <a:rPr lang="en-IN" b="1" dirty="0"/>
              <a:t>User → Profile/Resume → Profile Agent → RAG Knowledge Retrieval → Question Generator → Interview Session → Answer Evaluation → Feedback → Preparation Strategy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Multi-Agent Architecture :</a:t>
            </a:r>
          </a:p>
          <a:p>
            <a:r>
              <a:rPr lang="en-IN" dirty="0"/>
              <a:t>Agent 1 – Profile Analysis Agent</a:t>
            </a:r>
          </a:p>
          <a:p>
            <a:r>
              <a:rPr lang="en-IN" dirty="0"/>
              <a:t>Agent 1 – Profile Analysis Agent</a:t>
            </a:r>
          </a:p>
          <a:p>
            <a:r>
              <a:rPr lang="en-IN" dirty="0"/>
              <a:t>Agent 3 – Question Generator Agent</a:t>
            </a:r>
          </a:p>
          <a:p>
            <a:r>
              <a:rPr lang="en-IN" dirty="0"/>
              <a:t>Agent 3 – Question Generator Agent</a:t>
            </a:r>
          </a:p>
          <a:p>
            <a:r>
              <a:rPr lang="en-IN" dirty="0"/>
              <a:t>Agent 5 – Feedback &amp; Improvement Agent</a:t>
            </a:r>
          </a:p>
          <a:p>
            <a:r>
              <a:rPr lang="en-IN" dirty="0"/>
              <a:t>Agent 5 – Feedback &amp; Improvement Agent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</a:t>
            </a:r>
            <a:r>
              <a:rPr lang="en-IN" sz="1800" dirty="0"/>
              <a:t>Used for:</a:t>
            </a:r>
          </a:p>
          <a:p>
            <a:pPr lvl="0"/>
            <a:r>
              <a:rPr lang="en-IN" sz="1800" dirty="0"/>
              <a:t>     Hosting/deployment </a:t>
            </a:r>
          </a:p>
          <a:p>
            <a:pPr lvl="0"/>
            <a:r>
              <a:rPr lang="en-IN" sz="1800" dirty="0"/>
              <a:t>     AI application infrastructure </a:t>
            </a:r>
          </a:p>
          <a:p>
            <a:pPr lvl="0"/>
            <a:r>
              <a:rPr lang="en-IN" sz="1800" dirty="0"/>
              <a:t>     Backend services </a:t>
            </a:r>
          </a:p>
          <a:p>
            <a:pPr lvl="0"/>
            <a:r>
              <a:rPr lang="en-IN" sz="1800" dirty="0"/>
              <a:t>     Scalable application environment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7724D-D9EA-8D0C-E89B-245B72CDA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9" y="863187"/>
            <a:ext cx="11260121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929476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C248B62-90B0-31EF-B033-CE55CB37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99445627-361C-FF92-A0E9-D6EFBDBAF34E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7A1AE-FCA5-62F9-C7AB-2BEAEC75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28" y="404074"/>
            <a:ext cx="11205882" cy="604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1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39EB1CD-538A-7DBD-F4E9-052D9D7D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349D72E-AB17-BA23-03A8-4F38FE7B6316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EAF45-A969-ABD3-BF54-4AB1F878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05" y="323239"/>
            <a:ext cx="11621190" cy="622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70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3221D92-1044-08AB-7B31-E72C3F63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28B03A33-D1CB-E189-2BFF-63C16430879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84433-C1B3-31EE-29ED-1CE87F8CA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45" y="441227"/>
            <a:ext cx="11483910" cy="609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33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EE2E8-453E-6B60-124F-7F69627D5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86" y="1025486"/>
            <a:ext cx="10931628" cy="537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Nutrition Agent</a:t>
            </a:r>
          </a:p>
          <a:p>
            <a:r>
              <a:rPr lang="en-US" b="1"/>
              <a:t>Agentic AI</a:t>
            </a:r>
            <a:r>
              <a:rPr lang="en-US"/>
              <a:t> enables the Nutrition Agent to function as an intelligent, autonomous system rather than a simple chatbot.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multiple specialized agents to deliver personalized nutrition guidance.</a:t>
            </a:r>
          </a:p>
          <a:p>
            <a:r>
              <a:rPr lang="en-US"/>
              <a:t>Each agent performs a specific role—such as retrieving nutritional data, generating diet plans, providing health advice, and analyzing food logs—while working collaboratively. This </a:t>
            </a:r>
            <a:r>
              <a:rPr lang="en-US" b="1"/>
              <a:t>multi-agent approach</a:t>
            </a:r>
            <a:r>
              <a:rPr lang="en-US"/>
              <a:t> ensures efficient task execution and accurate results.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user details like age, health conditions, and fitness goals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suggestions based on user inputs like daily meals.</a:t>
            </a:r>
          </a:p>
          <a:p>
            <a:r>
              <a:rPr lang="en-US"/>
              <a:t>Additionally, agents communicate with each other, enabling better decision-making and improved outcomes.</a:t>
            </a:r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smart digital nutritionist</a:t>
            </a:r>
            <a:r>
              <a:rPr lang="en-US"/>
              <a:t> that helps users maintain a healthy lifestyle.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A2062-1A12-5D04-A945-F1BB0DBE4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59" y="777990"/>
            <a:ext cx="11739282" cy="560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ED985-9F61-4266-DE3A-6CA659681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74" y="816977"/>
            <a:ext cx="11282082" cy="53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54E9E-4C8E-DF9E-BC00-AB5DD1F8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95" y="788359"/>
            <a:ext cx="11741609" cy="561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461640" y="51769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US" sz="2400" b="1" dirty="0"/>
              <a:t>The Wow Factor Behind Our Project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332523-BA37-68D1-24AC-271229890989}"/>
              </a:ext>
            </a:extLst>
          </p:cNvPr>
          <p:cNvSpPr txBox="1"/>
          <p:nvPr/>
        </p:nvSpPr>
        <p:spPr>
          <a:xfrm>
            <a:off x="425739" y="1017791"/>
            <a:ext cx="1097928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Hyper-Personalized:</a:t>
            </a:r>
            <a:r>
              <a:rPr lang="en-IN" sz="2000" dirty="0"/>
              <a:t> Generates interview questions based on the candidate’s </a:t>
            </a:r>
            <a:r>
              <a:rPr lang="en-IN" sz="2000" b="1" dirty="0"/>
              <a:t>resume,</a:t>
            </a:r>
          </a:p>
          <a:p>
            <a:pPr lvl="0"/>
            <a:r>
              <a:rPr lang="en-IN" sz="2000" b="1" dirty="0"/>
              <a:t> experience, skills, and target role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RAG-Powered Intelligence:</a:t>
            </a:r>
            <a:r>
              <a:rPr lang="en-IN" sz="2000" dirty="0"/>
              <a:t> Retrieves </a:t>
            </a:r>
            <a:r>
              <a:rPr lang="en-IN" sz="2000" b="1" dirty="0"/>
              <a:t>relevant industry knowledge, interview patterns,</a:t>
            </a:r>
          </a:p>
          <a:p>
            <a:pPr lvl="0"/>
            <a:r>
              <a:rPr lang="en-IN" sz="2000" b="1" dirty="0"/>
              <a:t> and HR guidelines</a:t>
            </a:r>
            <a:r>
              <a:rPr lang="en-IN" sz="2000" dirty="0"/>
              <a:t> to provide reliable responses.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Agentic Workflow:</a:t>
            </a:r>
            <a:r>
              <a:rPr lang="en-IN" sz="2000" dirty="0"/>
              <a:t> The AI can </a:t>
            </a:r>
            <a:r>
              <a:rPr lang="en-IN" sz="2000" b="1" dirty="0"/>
              <a:t>retrieve, </a:t>
            </a:r>
            <a:r>
              <a:rPr lang="en-IN" sz="2000" b="1" dirty="0" err="1"/>
              <a:t>analyze</a:t>
            </a:r>
            <a:r>
              <a:rPr lang="en-IN" sz="2000" b="1" dirty="0"/>
              <a:t>, use tools, and refine</a:t>
            </a:r>
            <a:r>
              <a:rPr lang="en-IN" sz="2000" dirty="0"/>
              <a:t> its responses</a:t>
            </a:r>
          </a:p>
          <a:p>
            <a:pPr lvl="0"/>
            <a:r>
              <a:rPr lang="en-IN" sz="2000" dirty="0"/>
              <a:t> dynamically.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Role &amp; Company Specific:</a:t>
            </a:r>
            <a:r>
              <a:rPr lang="en-IN" sz="2000" dirty="0"/>
              <a:t> Adapts preparation to the </a:t>
            </a:r>
            <a:r>
              <a:rPr lang="en-IN" sz="2000" b="1" dirty="0"/>
              <a:t>specific job role and company</a:t>
            </a:r>
          </a:p>
          <a:p>
            <a:pPr lvl="0"/>
            <a:r>
              <a:rPr lang="en-IN" sz="2000" b="1" dirty="0"/>
              <a:t> requirements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Complete AI Interview Coach:</a:t>
            </a:r>
            <a:r>
              <a:rPr lang="en-IN" sz="2000" dirty="0"/>
              <a:t> Provides </a:t>
            </a:r>
            <a:r>
              <a:rPr lang="en-IN" sz="2000" b="1" dirty="0"/>
              <a:t>questions, answer guidance, preparation</a:t>
            </a:r>
          </a:p>
          <a:p>
            <a:pPr lvl="0"/>
            <a:r>
              <a:rPr lang="en-IN" sz="2000" b="1" dirty="0"/>
              <a:t> strategies, feedback, and improvement areas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IBM Granite Powered:</a:t>
            </a:r>
            <a:r>
              <a:rPr lang="en-IN" sz="2000" dirty="0"/>
              <a:t> Uses </a:t>
            </a:r>
            <a:r>
              <a:rPr lang="en-IN" sz="2000" b="1" dirty="0"/>
              <a:t>IBM watsonx.ai &amp; Granite</a:t>
            </a:r>
            <a:r>
              <a:rPr lang="en-IN" sz="2000" dirty="0"/>
              <a:t> to deliver intelligent,</a:t>
            </a:r>
          </a:p>
          <a:p>
            <a:pPr lvl="0"/>
            <a:r>
              <a:rPr lang="en-IN" sz="2000" dirty="0"/>
              <a:t> context-aware interview preparation.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 Continuous Refinement:</a:t>
            </a:r>
            <a:r>
              <a:rPr lang="en-IN" sz="2000" dirty="0"/>
              <a:t> Improves the preparation experience through an </a:t>
            </a:r>
            <a:r>
              <a:rPr lang="en-IN" sz="2000" b="1" dirty="0"/>
              <a:t>iterative</a:t>
            </a:r>
          </a:p>
          <a:p>
            <a:pPr lvl="0"/>
            <a:r>
              <a:rPr lang="en-IN" sz="2000" b="1" dirty="0"/>
              <a:t> feedback and refinement loop</a:t>
            </a:r>
            <a:r>
              <a:rPr lang="en-IN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511277" y="484632"/>
            <a:ext cx="738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575535" y="1207008"/>
            <a:ext cx="1130198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 Personalized Preparation:</a:t>
            </a:r>
            <a:r>
              <a:rPr lang="en-IN" sz="1800" dirty="0"/>
              <a:t> Goes beyond generic questions by adapting to the </a:t>
            </a:r>
            <a:r>
              <a:rPr lang="en-IN" sz="1800" b="1" dirty="0"/>
              <a:t>candidate’s resume, skills, experience, and target role</a:t>
            </a:r>
            <a:r>
              <a:rPr lang="en-IN" sz="1800" dirty="0"/>
              <a:t>. </a:t>
            </a:r>
          </a:p>
          <a:p>
            <a:pPr lvl="0"/>
            <a:r>
              <a:rPr lang="en-IN" sz="1800" b="1" dirty="0"/>
              <a:t> RAG-Based Knowledge:</a:t>
            </a:r>
            <a:r>
              <a:rPr lang="en-IN" sz="1800" dirty="0"/>
              <a:t> Combines AI generation with </a:t>
            </a:r>
            <a:r>
              <a:rPr lang="en-IN" sz="1800" b="1" dirty="0"/>
              <a:t>retrieved, role-specific interview and industry information</a:t>
            </a:r>
            <a:r>
              <a:rPr lang="en-IN" sz="1800" dirty="0"/>
              <a:t>. </a:t>
            </a:r>
          </a:p>
          <a:p>
            <a:pPr lvl="0"/>
            <a:r>
              <a:rPr lang="en-IN" sz="1800" b="1" dirty="0"/>
              <a:t> Agentic Decision-Making:</a:t>
            </a:r>
            <a:r>
              <a:rPr lang="en-IN" sz="1800" dirty="0"/>
              <a:t> The agent can </a:t>
            </a:r>
            <a:r>
              <a:rPr lang="en-IN" sz="1800" b="1" dirty="0"/>
              <a:t>decide what information or tools are needed</a:t>
            </a:r>
            <a:r>
              <a:rPr lang="en-IN" sz="1800" dirty="0"/>
              <a:t> before generating the final response. </a:t>
            </a:r>
          </a:p>
          <a:p>
            <a:pPr lvl="0"/>
            <a:r>
              <a:rPr lang="en-IN" sz="1800" b="1" dirty="0"/>
              <a:t> Dynamic Refinement:</a:t>
            </a:r>
            <a:r>
              <a:rPr lang="en-IN" sz="1800" dirty="0"/>
              <a:t> Continuously </a:t>
            </a:r>
            <a:r>
              <a:rPr lang="en-IN" sz="1800" b="1" dirty="0"/>
              <a:t>refines questions and preparation strategies</a:t>
            </a:r>
            <a:r>
              <a:rPr lang="en-IN" sz="1800" dirty="0"/>
              <a:t> based on retrieved context and user interaction. </a:t>
            </a:r>
          </a:p>
          <a:p>
            <a:pPr lvl="0"/>
            <a:r>
              <a:rPr lang="en-IN" sz="1800" b="1" dirty="0"/>
              <a:t> Real-World Relevance:</a:t>
            </a:r>
            <a:r>
              <a:rPr lang="en-IN" sz="1800" dirty="0"/>
              <a:t> Incorporates </a:t>
            </a:r>
            <a:r>
              <a:rPr lang="en-IN" sz="1800" b="1" dirty="0"/>
              <a:t>company, industry, and current interview trends</a:t>
            </a:r>
            <a:r>
              <a:rPr lang="en-IN" sz="1800" dirty="0"/>
              <a:t> instead of relying only on static question banks. </a:t>
            </a:r>
          </a:p>
          <a:p>
            <a:pPr lvl="0"/>
            <a:r>
              <a:rPr lang="en-IN" sz="1800" b="1" dirty="0"/>
              <a:t> Beyond Q&amp;A:</a:t>
            </a:r>
            <a:r>
              <a:rPr lang="en-IN" sz="1800" dirty="0"/>
              <a:t> Acts as an </a:t>
            </a:r>
            <a:r>
              <a:rPr lang="en-IN" sz="1800" b="1" dirty="0"/>
              <a:t>AI interview coach</a:t>
            </a:r>
            <a:r>
              <a:rPr lang="en-IN" sz="1800" dirty="0"/>
              <a:t>, providing preparation plans, strategies, feedback, and improvement areas. </a:t>
            </a:r>
          </a:p>
          <a:p>
            <a:pPr lvl="0"/>
            <a:r>
              <a:rPr lang="en-IN" sz="1800" b="1" dirty="0"/>
              <a:t> IBM AI Integration:</a:t>
            </a:r>
            <a:r>
              <a:rPr lang="en-IN" sz="1800" dirty="0"/>
              <a:t> Demonstrates a practical combination of </a:t>
            </a:r>
            <a:r>
              <a:rPr lang="en-IN" sz="1800" b="1" dirty="0"/>
              <a:t>IBM watsonx.ai, Granite, RAG, and agentic AI</a:t>
            </a:r>
            <a:r>
              <a:rPr lang="en-IN" sz="1800" dirty="0"/>
              <a:t> in one solution.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D64937E-C9AD-3FA1-53E2-2ECBF2E4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F71D9F5B-66BF-4840-40E0-2713F56C5E64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231BA06-8686-7E6D-BCEC-6F33D9928770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IN" sz="2000" b="1" dirty="0"/>
              <a:t> AI Mock Interviews:</a:t>
            </a:r>
            <a:r>
              <a:rPr lang="en-IN" sz="2000" dirty="0"/>
              <a:t> Conduct realistic </a:t>
            </a:r>
            <a:r>
              <a:rPr lang="en-IN" sz="2000" b="1" dirty="0"/>
              <a:t>voice and video-based mock interviews</a:t>
            </a:r>
            <a:r>
              <a:rPr lang="en-IN" sz="2000" dirty="0"/>
              <a:t> with real-time interaction. </a:t>
            </a:r>
          </a:p>
          <a:p>
            <a:pPr lvl="0"/>
            <a:r>
              <a:rPr lang="en-IN" sz="2000" b="1" dirty="0"/>
              <a:t> Performance Analytics:</a:t>
            </a:r>
            <a:r>
              <a:rPr lang="en-IN" sz="2000" dirty="0"/>
              <a:t> Track </a:t>
            </a:r>
            <a:r>
              <a:rPr lang="en-IN" sz="2000" b="1" dirty="0"/>
              <a:t>confidence, communication, technical accuracy, and improvement</a:t>
            </a:r>
            <a:r>
              <a:rPr lang="en-IN" sz="2000" dirty="0"/>
              <a:t> over multiple sessions. </a:t>
            </a:r>
          </a:p>
          <a:p>
            <a:pPr lvl="0"/>
            <a:r>
              <a:rPr lang="en-IN" sz="2000" b="1" dirty="0"/>
              <a:t> Live Job Market Integration:</a:t>
            </a:r>
            <a:r>
              <a:rPr lang="en-IN" sz="2000" dirty="0"/>
              <a:t> Connect with job portals to provide </a:t>
            </a:r>
            <a:r>
              <a:rPr lang="en-IN" sz="2000" b="1" dirty="0"/>
              <a:t>current job requirements and skill trends</a:t>
            </a:r>
            <a:r>
              <a:rPr lang="en-IN" sz="2000" dirty="0"/>
              <a:t>. </a:t>
            </a:r>
          </a:p>
          <a:p>
            <a:pPr lvl="0"/>
            <a:r>
              <a:rPr lang="en-IN" sz="2000" b="1" dirty="0"/>
              <a:t> Company-Specific Preparation:</a:t>
            </a:r>
            <a:r>
              <a:rPr lang="en-IN" sz="2000" dirty="0"/>
              <a:t> Generate preparation plans based on </a:t>
            </a:r>
            <a:r>
              <a:rPr lang="en-IN" sz="2000" b="1" dirty="0"/>
              <a:t>company interview patterns and hiring expectations</a:t>
            </a:r>
            <a:r>
              <a:rPr lang="en-IN" sz="2000" dirty="0"/>
              <a:t>. </a:t>
            </a:r>
          </a:p>
          <a:p>
            <a:pPr lvl="0"/>
            <a:r>
              <a:rPr lang="en-IN" sz="2000" b="1" dirty="0"/>
              <a:t> Adaptive Learning:</a:t>
            </a:r>
            <a:r>
              <a:rPr lang="en-IN" sz="2000" dirty="0"/>
              <a:t> Automatically increase or decrease question difficulty based on the </a:t>
            </a:r>
            <a:r>
              <a:rPr lang="en-IN" sz="2000" b="1" dirty="0"/>
              <a:t>candidate’s performance</a:t>
            </a:r>
            <a:r>
              <a:rPr lang="en-IN" sz="2000" dirty="0"/>
              <a:t>. </a:t>
            </a:r>
          </a:p>
          <a:p>
            <a:pPr lvl="0"/>
            <a:r>
              <a:rPr lang="en-IN" sz="2000" b="1" dirty="0"/>
              <a:t> Real-Time Feedback:</a:t>
            </a:r>
            <a:r>
              <a:rPr lang="en-IN" sz="2000" dirty="0"/>
              <a:t> </a:t>
            </a:r>
            <a:r>
              <a:rPr lang="en-IN" sz="2000" dirty="0" err="1"/>
              <a:t>Analyze</a:t>
            </a:r>
            <a:r>
              <a:rPr lang="en-IN" sz="2000" dirty="0"/>
              <a:t> answers and provide instant suggestions for </a:t>
            </a:r>
            <a:r>
              <a:rPr lang="en-IN" sz="2000" b="1" dirty="0"/>
              <a:t>better communication and responses</a:t>
            </a:r>
            <a:r>
              <a:rPr lang="en-IN" sz="2000" dirty="0"/>
              <a:t>. </a:t>
            </a:r>
          </a:p>
          <a:p>
            <a:pPr lvl="0"/>
            <a:r>
              <a:rPr lang="en-IN" sz="2000" b="1" dirty="0"/>
              <a:t> Multi-Platform Expansion:</a:t>
            </a:r>
            <a:r>
              <a:rPr lang="en-IN" sz="2000" dirty="0"/>
              <a:t> Extend the solution to </a:t>
            </a:r>
            <a:r>
              <a:rPr lang="en-IN" sz="2000" b="1" dirty="0"/>
              <a:t>mobile and web platforms</a:t>
            </a:r>
            <a:r>
              <a:rPr lang="en-IN" sz="2000" dirty="0"/>
              <a:t> for anytime interview preparation. </a:t>
            </a:r>
          </a:p>
          <a:p>
            <a:pPr lvl="0"/>
            <a:r>
              <a:rPr lang="en-IN" sz="2000" b="1" dirty="0"/>
              <a:t> Multilingual Support:</a:t>
            </a:r>
            <a:r>
              <a:rPr lang="en-IN" sz="2000" dirty="0"/>
              <a:t> Enable interview preparation in </a:t>
            </a:r>
            <a:r>
              <a:rPr lang="en-IN" sz="2000" b="1" dirty="0"/>
              <a:t>multiple languages</a:t>
            </a:r>
            <a:r>
              <a:rPr lang="en-IN" sz="2000" dirty="0"/>
              <a:t> for wider accessibility.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62824FC8-468E-9721-80FC-A47F7498A5E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7824849-EE7D-AFB8-0509-308E6B45F8A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3101CCF1-C200-0AAD-AC73-FC772B0983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3899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</a:p>
          <a:p>
            <a:pPr lvl="0">
              <a:buClr>
                <a:srgbClr val="2B3541"/>
              </a:buClr>
              <a:buSzPts val="1850"/>
            </a:pPr>
            <a:r>
              <a:rPr lang="en-IN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GitHub Link </a:t>
            </a:r>
            <a:r>
              <a:rPr lang="en-IN" sz="2000" dirty="0">
                <a:hlinkClick r:id="rId3"/>
              </a:rPr>
              <a:t>nitinsaini8755/IBM_SkillsBuild_Edunet_Foundation_AICTE-2026_Project: IBM_SkillsBuild_Edunet_Foundation_AICTE-2026_Project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369665-9EB3-F39C-9CAE-71C69074E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24" y="2302071"/>
            <a:ext cx="8467165" cy="418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Skills build profile screen shot</a:t>
            </a:r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648C1-C0BE-537F-0148-936942E4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57" y="689860"/>
            <a:ext cx="11456894" cy="547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B062-BFE8-81E7-7937-7FF058CA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244D29-5E1E-8A40-F4D0-25314C4B736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5D597-02A1-615E-08C1-B7E75280E4A4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C4D23D-4E97-DC4B-A289-B85942D9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924" y="1367169"/>
            <a:ext cx="6706536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0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F917-57BF-BE45-4D5D-6E3DEF93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C9856D-1AB5-78EB-119A-7122E22CD089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C3D60-7F7D-9209-2F86-90FE1F041350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</a:t>
            </a:r>
            <a:r>
              <a:rPr lang="en-IN" sz="2400" dirty="0"/>
              <a:t>Getting Started with Cybersecurity</a:t>
            </a:r>
            <a:r>
              <a:rPr lang="en-US" sz="2400" b="1" dirty="0"/>
              <a:t>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F6CC2-3973-482D-D2D8-D86428FC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920" y="1596867"/>
            <a:ext cx="6990755" cy="523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49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3402D-A8E5-44BE-CBF5-645B50D84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446" y="1200580"/>
            <a:ext cx="8531107" cy="527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1187</Words>
  <Application>Microsoft Office PowerPoint</Application>
  <PresentationFormat>Widescreen</PresentationFormat>
  <Paragraphs>140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IBM Bob Gujarat State level Hackathon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Nitin Saini</cp:lastModifiedBy>
  <cp:revision>6</cp:revision>
  <dcterms:created xsi:type="dcterms:W3CDTF">2025-07-08T05:06:56Z</dcterms:created>
  <dcterms:modified xsi:type="dcterms:W3CDTF">2026-09-11T18:09:08Z</dcterms:modified>
</cp:coreProperties>
</file>